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*Api-Oss-Security* is the security and compliance enforcement layer maintaining MITRE ATT&amp;CK 100/100 posture across all PAX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